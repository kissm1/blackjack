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214"/>
    <a:srgbClr val="13563B"/>
    <a:srgbClr val="654321"/>
    <a:srgbClr val="5C2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0B531B-34E5-4C9C-A340-DBA70F35E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7D401BB-3534-48E4-8B2A-DEEF434E0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D9CECA-E91F-44E4-9193-4E9AB541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164465-0DDE-412E-9654-30418E98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2BE579-F5A7-43B3-A681-8D910FDC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928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F550EF-357B-47E4-B709-D3658A8A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C49833-C5B7-4C7E-9526-D90ACA82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69C8C7-D997-43B3-B60D-B7AB769D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D8C1251-E882-4031-B2D5-81292D1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4E2BBB8-A5CB-4CAB-A488-B1B96797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6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5E560-6CEE-4305-8696-422C4BED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F746BAF-71C5-4FC8-A8CB-6596E7A11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7E2E10-6838-499F-A175-EDD09708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B43CA3-E79B-4E87-9F26-0A1F6784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11B800-C465-49D1-A98E-91F89CC2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450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006E18-6AA2-45FE-B22D-CE5B2786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4238EB-4088-48D2-AA02-756F41E5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4BFBE34-DDE7-467B-83F3-DB2B5BCF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38D5866-0665-477B-BB34-B9D24CAE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F90B451-6723-49F9-B6BD-8FC6671E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F1E961-5793-471E-B827-7EBA713B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925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E6F3CE-FA65-4FE4-94A4-98A7194A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FC5191-BA49-4753-9A4D-FF93F8770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AF3294C-E603-4C53-9D63-34F704D98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331811-5083-409F-AB36-454BFBC47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CFC4CCB-D27B-4959-B2D2-201021546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3646E17-5C0B-4EDD-929F-0C712F54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1BC2EDF-2638-441F-9CFE-B709A709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8693D17-27A0-409F-99B7-5BA98E24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805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A120AE-D566-45EF-87F4-8F8F3AAE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11CDD94-3243-4C04-BAF1-24E0F476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F829F3D-78C0-4E2B-98F3-3CE48826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35575DE-0C64-49B4-8661-1B6DA6B6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136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5FB9FC6-7872-49F3-8FF8-BAB9D2F2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84FFE04-A5F4-4D0C-A436-20574802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61777FD-1FAB-41CA-B743-8FB9351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708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64ADED-1F15-41AE-8C15-2211F0D3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001C6D-13CE-47B8-9AE6-A93B13054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6BB9A94-5BB3-4F41-BAFD-CFF745AF7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DA2F397-AD17-493D-8D00-F897C8A0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6B530AF-7FDE-4BB4-8DA0-D3560B6C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F14A529-9540-427D-8A77-D9DB6BE1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345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C74B82-62F7-44D3-8318-DEC0C21F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C8DD50B-A583-4238-9CCA-668AFF1EA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8F8B642-A626-4A27-8AEF-100C6AEEC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396F0B4-BC4D-48CB-9C5E-AFBC8C4B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0A2C06F-E64A-4156-8051-BFB57760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0A07E21-5429-45F5-93C1-B9153B27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778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EE5E9B-56CE-48BA-B259-E5F3267D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4DEF389-D183-40EE-96C5-C0E0858FC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6AC140-61C4-450F-A0BF-339503FC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322247-4DEE-45D2-930A-9495FAB1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94A8BE-B621-455E-BC6F-AEDD0934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476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AB426A0-2DA3-4E60-8E0D-1ED101D06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BE4CB12-CC53-4E00-904C-6967112CD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7DFD68-9C90-428A-A532-E422E9D1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3B59354-FC8E-470F-BEAA-A2749215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399DE88-FD67-43CE-B3ED-344CF596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854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9B2AAB5-97D0-4F64-A58F-A250F799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DD907A1-52FC-4AC6-9ED6-2FB2C8F2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934194-DADD-413B-B81B-DFF83862C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C9507-3793-44D8-8567-373E27AD4E2F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6CEC76-EB3B-476D-ACC4-3B1B7009C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040437-BE2B-442F-92DD-25F22CF66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7ABED-9026-48B2-8E0E-0406FFA212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728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FBE44891-CDBF-4854-9ACA-C67AA3EFA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835" y="0"/>
            <a:ext cx="2531165" cy="68580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99822FFE-5617-4876-984E-4943CFB4CFF3}"/>
              </a:ext>
            </a:extLst>
          </p:cNvPr>
          <p:cNvSpPr txBox="1"/>
          <p:nvPr/>
        </p:nvSpPr>
        <p:spPr>
          <a:xfrm>
            <a:off x="6221896" y="0"/>
            <a:ext cx="3091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</a:t>
            </a:r>
          </a:p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Kiss Márk</a:t>
            </a:r>
          </a:p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</a:p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Szabó Máté Krisztián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BED55995-0A5B-4A70-A5CB-CFF779CE8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330"/>
            <a:ext cx="6967330" cy="6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9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zövegdoboz 11">
            <a:extLst>
              <a:ext uri="{FF2B5EF4-FFF2-40B4-BE49-F238E27FC236}">
                <a16:creationId xmlns:a16="http://schemas.microsoft.com/office/drawing/2014/main" id="{97AED76A-9F2B-44B8-BB62-EBF8333112F5}"/>
              </a:ext>
            </a:extLst>
          </p:cNvPr>
          <p:cNvSpPr txBox="1"/>
          <p:nvPr/>
        </p:nvSpPr>
        <p:spPr>
          <a:xfrm>
            <a:off x="0" y="0"/>
            <a:ext cx="7337311" cy="5558253"/>
          </a:xfrm>
          <a:prstGeom prst="rect">
            <a:avLst/>
          </a:prstGeom>
          <a:solidFill>
            <a:schemeClr val="bg2">
              <a:lumMod val="25000"/>
              <a:alpha val="90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random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</a:t>
            </a: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math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sys</a:t>
            </a:r>
          </a:p>
          <a:p>
            <a:pPr>
              <a:lnSpc>
                <a:spcPct val="113095"/>
              </a:lnSpc>
              <a:buNone/>
            </a:pPr>
            <a:r>
              <a:rPr lang="hu-HU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</a:t>
            </a: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pygame.init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pygame.font.init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visszaallitos_penz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1000</a:t>
            </a:r>
            <a:b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580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getattr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(sys, </a:t>
            </a:r>
            <a:r>
              <a:rPr lang="en-US" sz="16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"frozen"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eleresi_ut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os.path.dirname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sys.executable</a:t>
            </a:r>
            <a:r>
              <a:rPr lang="hu-HU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eleresi_ut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os.path.dirname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os.path.abspath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__file__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screen </a:t>
            </a:r>
            <a:r>
              <a:rPr lang="en-US" sz="16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pygame.display.set_mode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sz="1100" dirty="0">
                <a:latin typeface="Consolas" panose="020B0609020204030204" pitchFamily="49" charset="0"/>
              </a:rPr>
            </a:b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77073501-6326-4FB6-BFDE-7A4073B46331}"/>
              </a:ext>
            </a:extLst>
          </p:cNvPr>
          <p:cNvSpPr txBox="1"/>
          <p:nvPr/>
        </p:nvSpPr>
        <p:spPr>
          <a:xfrm>
            <a:off x="-1" y="5749997"/>
            <a:ext cx="7337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Grafikus felüle elindítása és a szövegek inicializálása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DDD0A79-0F17-C31D-9557-08FFA50C8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310" y="0"/>
            <a:ext cx="4854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1225400D-9AC9-41B9-A5F6-E22054CE132E}"/>
              </a:ext>
            </a:extLst>
          </p:cNvPr>
          <p:cNvSpPr txBox="1"/>
          <p:nvPr/>
        </p:nvSpPr>
        <p:spPr>
          <a:xfrm>
            <a:off x="0" y="0"/>
            <a:ext cx="7367477" cy="5087290"/>
          </a:xfrm>
          <a:prstGeom prst="rect">
            <a:avLst/>
          </a:prstGeom>
          <a:solidFill>
            <a:schemeClr val="bg2">
              <a:lumMod val="2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fogadott_penzek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aktiv_chip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melyik_chippek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fogadas_elott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kezdo_x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45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150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chip_ertek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aktiv_chip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jTC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chip_ertek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pygame.draw.circle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(screen, red, 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kezdo_x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szoveg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chip_ertek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chip_ertek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szoveg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kezdo_x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chip_ertek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szoveg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kezdo_x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37.5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szoveg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kezdo_x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kezdo_y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offset_y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start_btn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pygame.Rect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520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E3BE4E5-1F89-40BF-A4A6-54650820F4F2}"/>
              </a:ext>
            </a:extLst>
          </p:cNvPr>
          <p:cNvSpPr txBox="1"/>
          <p:nvPr/>
        </p:nvSpPr>
        <p:spPr>
          <a:xfrm>
            <a:off x="0" y="5229492"/>
            <a:ext cx="736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Tét megrakása és chippek kirakása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6D15AD5-DA4A-783F-1305-0BD4A700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477" y="0"/>
            <a:ext cx="4824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6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E9357505-3230-4BB9-906B-5D9E264A8AF7}"/>
              </a:ext>
            </a:extLst>
          </p:cNvPr>
          <p:cNvSpPr txBox="1"/>
          <p:nvPr/>
        </p:nvSpPr>
        <p:spPr>
          <a:xfrm>
            <a:off x="0" y="0"/>
            <a:ext cx="7356146" cy="2792175"/>
          </a:xfrm>
          <a:prstGeom prst="rect">
            <a:avLst/>
          </a:prstGeom>
          <a:solidFill>
            <a:schemeClr val="bg2">
              <a:lumMod val="2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  <a:endParaRPr lang="hu-HU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200" dirty="0">
                <a:solidFill>
                  <a:srgbClr val="BBBBBB"/>
                </a:solidFill>
                <a:latin typeface="Consolas" panose="020B0609020204030204" pitchFamily="49" charset="0"/>
              </a:rPr>
              <a:t>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gomb_funkciok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event.pos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Húz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kartya_1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ertekek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fel_huzo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[kartya_1.ertek]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	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kartya_1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	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ertekek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te_ol.append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(kartya_1)</a:t>
            </a:r>
            <a:endParaRPr lang="hu-HU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Elég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hu-HU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oszto_ido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pygame.time.get_ticks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B546BE1-9740-40CF-AF9E-68D7EEA6A5A9}"/>
              </a:ext>
            </a:extLst>
          </p:cNvPr>
          <p:cNvSpPr txBox="1"/>
          <p:nvPr/>
        </p:nvSpPr>
        <p:spPr>
          <a:xfrm>
            <a:off x="0" y="5780979"/>
            <a:ext cx="735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játékos húz és ennek logikája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6ED77C0-83B2-4B17-A8FE-9F6766BBBCBD}"/>
              </a:ext>
            </a:extLst>
          </p:cNvPr>
          <p:cNvSpPr txBox="1"/>
          <p:nvPr/>
        </p:nvSpPr>
        <p:spPr>
          <a:xfrm>
            <a:off x="0" y="2792175"/>
            <a:ext cx="7356146" cy="2374881"/>
          </a:xfrm>
          <a:prstGeom prst="rect">
            <a:avLst/>
          </a:prstGeom>
          <a:solidFill>
            <a:schemeClr val="bg2">
              <a:lumMod val="2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jelenlegi_allapot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te_ossz, osz_ossz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allapot_ketto_draw()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te_ossz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helyzet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fogadas_elott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te_penzed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jelenlegi_allapot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te_ossz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helyzet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te_penzed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te_osz_tet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fogadas_elott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te_penzed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jelenlegi_allapot </a:t>
            </a:r>
            <a:r>
              <a:rPr lang="en-US" sz="12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695CC68-5494-D8F1-F3F6-A5AC7222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146" y="0"/>
            <a:ext cx="4835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2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182D77A4-185D-47EE-A195-EB4D98701D8E}"/>
              </a:ext>
            </a:extLst>
          </p:cNvPr>
          <p:cNvSpPr txBox="1"/>
          <p:nvPr/>
        </p:nvSpPr>
        <p:spPr>
          <a:xfrm>
            <a:off x="0" y="0"/>
            <a:ext cx="7320270" cy="5713231"/>
          </a:xfrm>
          <a:prstGeom prst="rect">
            <a:avLst/>
          </a:prstGeom>
          <a:solidFill>
            <a:schemeClr val="bg2">
              <a:lumMod val="2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allapot_harom_draw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osz_ol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osz_ol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lathato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pygame.time.get_ticks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oszto_ido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kartya_1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ertekek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fel_huzo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[kartya_1.ertek]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kartya_1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Kartya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ertekek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osz_ol.append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(kartya_1)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oszto_ido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pygame.time.get_ticks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pygame.time.get_ticks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oszto_ido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helyzet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te_osz_tet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fogadas_elott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helyzet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fogadas_elott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osz_ossz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te_ossz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helyzet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te_osz_tet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fogadas_elott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jelenlegi_allapot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193EEDE-98C5-4C75-B42B-3049978B2125}"/>
              </a:ext>
            </a:extLst>
          </p:cNvPr>
          <p:cNvSpPr txBox="1"/>
          <p:nvPr/>
        </p:nvSpPr>
        <p:spPr>
          <a:xfrm>
            <a:off x="0" y="5713231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osztó húz és annak logikája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D7EE7AA-6CE5-90C1-A3BB-98CA8398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270" y="0"/>
            <a:ext cx="4871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6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övegdoboz 9">
            <a:extLst>
              <a:ext uri="{FF2B5EF4-FFF2-40B4-BE49-F238E27FC236}">
                <a16:creationId xmlns:a16="http://schemas.microsoft.com/office/drawing/2014/main" id="{897BEDE9-CC83-400E-A133-02B56A90D644}"/>
              </a:ext>
            </a:extLst>
          </p:cNvPr>
          <p:cNvSpPr txBox="1"/>
          <p:nvPr/>
        </p:nvSpPr>
        <p:spPr>
          <a:xfrm>
            <a:off x="0" y="-527"/>
            <a:ext cx="7237544" cy="5433860"/>
          </a:xfrm>
          <a:prstGeom prst="rect">
            <a:avLst/>
          </a:prstGeom>
          <a:solidFill>
            <a:schemeClr val="bg2">
              <a:lumMod val="2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allapot_negy_draw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1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donto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pygame.draw.rect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screen,black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,(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275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170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i="1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border_radius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pygame.draw.rect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screen,brown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,(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270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540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i="1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border_radius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donto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Nyertél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donto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Veszítettél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Döntetlen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93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te_penzed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Kattints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újra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játszáshoz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Kifogytál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pénzből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draw_text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Kattints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kilépéshez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!!"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white,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7E1291C-3382-4CF3-9C5B-D38E1FFF08A7}"/>
              </a:ext>
            </a:extLst>
          </p:cNvPr>
          <p:cNvSpPr txBox="1"/>
          <p:nvPr/>
        </p:nvSpPr>
        <p:spPr>
          <a:xfrm>
            <a:off x="7307" y="5558206"/>
            <a:ext cx="591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Lehetséges végek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2C6AB23-8651-B329-EA73-DE6E2C3AF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16" y="3438624"/>
            <a:ext cx="2468961" cy="3429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45E0B40-A195-0AAA-E836-6D2D21D5F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455" y="3429000"/>
            <a:ext cx="2468961" cy="344795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34327A2A-4A7C-81F6-EC86-7D6E99B31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307" y="-4569"/>
            <a:ext cx="2468961" cy="3418891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14F818E2-4D0A-6A68-FFFC-321DA8588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948" y="-9622"/>
            <a:ext cx="247435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345C8E9B-3CC6-4610-B501-4A5CFBFE0C5F}"/>
              </a:ext>
            </a:extLst>
          </p:cNvPr>
          <p:cNvSpPr/>
          <p:nvPr/>
        </p:nvSpPr>
        <p:spPr>
          <a:xfrm>
            <a:off x="3216000" y="2733261"/>
            <a:ext cx="5760000" cy="1391478"/>
          </a:xfrm>
          <a:prstGeom prst="roundRect">
            <a:avLst/>
          </a:prstGeom>
          <a:solidFill>
            <a:srgbClr val="654321"/>
          </a:solidFill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4320C8A-CE47-4479-8C1B-38C98EC8570A}"/>
              </a:ext>
            </a:extLst>
          </p:cNvPr>
          <p:cNvSpPr txBox="1"/>
          <p:nvPr/>
        </p:nvSpPr>
        <p:spPr>
          <a:xfrm>
            <a:off x="3298135" y="3044279"/>
            <a:ext cx="5595730" cy="769441"/>
          </a:xfrm>
          <a:prstGeom prst="rect">
            <a:avLst/>
          </a:prstGeom>
          <a:solidFill>
            <a:srgbClr val="65432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4400" dirty="0">
                <a:solidFill>
                  <a:schemeClr val="bg1"/>
                </a:solidFill>
              </a:rPr>
              <a:t>Köszönjük a figyelmet</a:t>
            </a:r>
          </a:p>
        </p:txBody>
      </p:sp>
    </p:spTree>
    <p:extLst>
      <p:ext uri="{BB962C8B-B14F-4D97-AF65-F5344CB8AC3E}">
        <p14:creationId xmlns:p14="http://schemas.microsoft.com/office/powerpoint/2010/main" val="62520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1111</Words>
  <Application>Microsoft Office PowerPoint</Application>
  <PresentationFormat>Szélesvásznú</PresentationFormat>
  <Paragraphs>114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Times New Roman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Kiss Márk</dc:creator>
  <cp:lastModifiedBy>O365 felhasználó</cp:lastModifiedBy>
  <cp:revision>10</cp:revision>
  <dcterms:created xsi:type="dcterms:W3CDTF">2026-10-14T06:29:43Z</dcterms:created>
  <dcterms:modified xsi:type="dcterms:W3CDTF">2026-10-20T18:57:47Z</dcterms:modified>
</cp:coreProperties>
</file>